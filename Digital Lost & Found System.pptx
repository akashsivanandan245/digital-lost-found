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DAC628-D8C6-4223-AB4D-C35BB80D005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CBFA146-8E7D-49E6-8B6B-E1BF87DEA63F}" type="pres">
      <dgm:prSet presAssocID="{EADAC628-D8C6-4223-AB4D-C35BB80D005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275B7D15-EF41-4E0F-B7DE-2B22BB4D34EB}" type="presOf" srcId="{EADAC628-D8C6-4223-AB4D-C35BB80D005D}" destId="{7CBFA146-8E7D-49E6-8B6B-E1BF87DEA63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29ABCA-6D04-4005-AAAC-4BFDDECAB1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B0695209-F668-479B-834F-75F3B53F8DF4}" type="pres">
      <dgm:prSet presAssocID="{C129ABCA-6D04-4005-AAAC-4BFDDECAB11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2DD3760-3E76-46A3-9FD1-78362F10E7CC}" type="presOf" srcId="{C129ABCA-6D04-4005-AAAC-4BFDDECAB11D}" destId="{B0695209-F668-479B-834F-75F3B53F8D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57759-A593-457B-928B-BB25A681C2F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039FF-3D74-4854-9426-B65B9197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54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039FF-3D74-4854-9426-B65B919791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7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4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4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3836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835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95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4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17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82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36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9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09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04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19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64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94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56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24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7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63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83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969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1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0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73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7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883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202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631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85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05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850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44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775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684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33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64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597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Tuesday, February 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047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12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48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939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43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30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745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4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73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8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6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20.png" /><Relationship Id="rId4" Type="http://schemas.openxmlformats.org/officeDocument/2006/relationships/notesSlide" Target="../notesSlides/notesSlide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11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10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A064-3FD4-5A85-8593-78DB6A20D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325" y="2265100"/>
            <a:ext cx="4365170" cy="116390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Digital Lost &amp; Found System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IN" sz="200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3F129B2-AB90-2BC7-54BA-21BDE1660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703" y="4843708"/>
            <a:ext cx="3799114" cy="1490472"/>
          </a:xfrm>
        </p:spPr>
        <p:txBody>
          <a:bodyPr>
            <a:normAutofit fontScale="92500" lnSpcReduction="20000"/>
          </a:bodyPr>
          <a:lstStyle/>
          <a:p>
            <a:r>
              <a:rPr lang="en-US" sz="1200" dirty="0"/>
              <a:t>MADE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AKASH SIVANANDAN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Soumen Kumar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Dhananjay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Girish KHANNA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DBB48-26AF-FCF0-EF79-C6B3C17E8A57}"/>
              </a:ext>
            </a:extLst>
          </p:cNvPr>
          <p:cNvSpPr/>
          <p:nvPr/>
        </p:nvSpPr>
        <p:spPr>
          <a:xfrm>
            <a:off x="4071257" y="0"/>
            <a:ext cx="8120743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Video 9" descr="Electronic System">
            <a:extLst>
              <a:ext uri="{FF2B5EF4-FFF2-40B4-BE49-F238E27FC236}">
                <a16:creationId xmlns:a16="http://schemas.microsoft.com/office/drawing/2014/main" id="{CAE9EAB0-F126-8D88-D6A4-63023BBE1F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33523" r="-1" b="-1"/>
          <a:stretch>
            <a:fillRect/>
          </a:stretch>
        </p:blipFill>
        <p:spPr>
          <a:xfrm>
            <a:off x="4668338" y="1132550"/>
            <a:ext cx="6859633" cy="45928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94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58DB-CF73-8156-A984-B8A353B5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/>
          <a:p>
            <a:r>
              <a:rPr lang="en-US" sz="3100"/>
              <a:t>INTRODUCTION &amp; PROBLEM</a:t>
            </a:r>
            <a:br>
              <a:rPr lang="en-US" sz="3100"/>
            </a:br>
            <a:endParaRPr lang="en-IN" sz="3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79BE6A-CE1C-950E-9275-C8A76A69024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74666237"/>
              </p:ext>
            </p:extLst>
          </p:nvPr>
        </p:nvGraphicFramePr>
        <p:xfrm>
          <a:off x="7004304" y="584688"/>
          <a:ext cx="4517136" cy="5688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7ABDB33-C24E-A96F-899E-4E328E7D428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B13F9-3C19-52C7-CEF5-13501D8F6A99}"/>
              </a:ext>
            </a:extLst>
          </p:cNvPr>
          <p:cNvSpPr txBox="1"/>
          <p:nvPr/>
        </p:nvSpPr>
        <p:spPr>
          <a:xfrm>
            <a:off x="6688400" y="1859338"/>
            <a:ext cx="51489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Manual lost &amp; found systems are inefficient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No centralized record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Difficult to search lost items</a:t>
            </a:r>
          </a:p>
          <a:p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Online platform for reporting and searching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Cloud-based real-time data storage</a:t>
            </a:r>
          </a:p>
          <a:p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2CBAEF-B5A0-91C0-4DD6-E05216FC6BFE}"/>
              </a:ext>
            </a:extLst>
          </p:cNvPr>
          <p:cNvSpPr/>
          <p:nvPr/>
        </p:nvSpPr>
        <p:spPr>
          <a:xfrm>
            <a:off x="6466114" y="1809145"/>
            <a:ext cx="5236029" cy="318951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41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BC38-3861-7926-D89F-FFFB7A43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06" y="0"/>
            <a:ext cx="11308080" cy="2133600"/>
          </a:xfrm>
        </p:spPr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A29FB-E9C1-B0DA-7195-507E187B1C97}"/>
              </a:ext>
            </a:extLst>
          </p:cNvPr>
          <p:cNvSpPr txBox="1"/>
          <p:nvPr/>
        </p:nvSpPr>
        <p:spPr>
          <a:xfrm>
            <a:off x="997132" y="2895599"/>
            <a:ext cx="10646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Secure user registration and login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Allow users to report lost and found items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Store data in cloud database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Display real-time reports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Provide user-friendly interface</a:t>
            </a:r>
          </a:p>
          <a:p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08B2DB0-5236-0AA5-9DF6-D12E2D5681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82318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948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B01B-20BD-79BF-9635-B1B0A6B69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anchor="b">
            <a:normAutofit/>
          </a:bodyPr>
          <a:lstStyle/>
          <a:p>
            <a:r>
              <a:rPr lang="en-IN" sz="1700" dirty="0"/>
              <a:t>Frontend:</a:t>
            </a:r>
            <a:br>
              <a:rPr lang="en-IN" sz="1700" dirty="0"/>
            </a:br>
            <a:r>
              <a:rPr lang="en-IN" sz="1700" dirty="0"/>
              <a:t>HTML, CSS, JavaScript</a:t>
            </a:r>
            <a:br>
              <a:rPr lang="en-IN" sz="1700" dirty="0"/>
            </a:br>
            <a:br>
              <a:rPr lang="en-IN" sz="1700" dirty="0"/>
            </a:br>
            <a:r>
              <a:rPr lang="en-IN" sz="1700" dirty="0"/>
              <a:t>Backend:</a:t>
            </a:r>
            <a:br>
              <a:rPr lang="en-IN" sz="1700" dirty="0"/>
            </a:br>
            <a:r>
              <a:rPr lang="en-IN" sz="1700" dirty="0"/>
              <a:t>Firebase Authentication</a:t>
            </a:r>
            <a:br>
              <a:rPr lang="en-IN" sz="1700" dirty="0"/>
            </a:br>
            <a:r>
              <a:rPr lang="en-IN" sz="1700" dirty="0"/>
              <a:t>Firebase Firestore Database</a:t>
            </a:r>
            <a:br>
              <a:rPr lang="en-IN" sz="1700" dirty="0"/>
            </a:br>
            <a:br>
              <a:rPr lang="en-IN" sz="1700" dirty="0"/>
            </a:br>
            <a:r>
              <a:rPr lang="en-IN" sz="1700" dirty="0"/>
              <a:t>Deployment:</a:t>
            </a:r>
            <a:br>
              <a:rPr lang="en-IN" sz="1700" dirty="0"/>
            </a:br>
            <a:r>
              <a:rPr lang="en-IN" sz="1700" dirty="0"/>
              <a:t>GitHub Pages</a:t>
            </a:r>
            <a:br>
              <a:rPr lang="en-IN" sz="1700" dirty="0"/>
            </a:br>
            <a:endParaRPr lang="en-IN" sz="17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B766FF-7435-C8BD-40DA-BEBF2AA76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anchor="ctr">
            <a:normAutofit/>
          </a:bodyPr>
          <a:lstStyle/>
          <a:p>
            <a:r>
              <a:rPr lang="en-US" b="1" dirty="0"/>
              <a:t>Technologies Used</a:t>
            </a: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75EE517F-F89A-E4AE-9DA5-3AB6F8E5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3" r="45225" b="-1"/>
          <a:stretch>
            <a:fillRect/>
          </a:stretch>
        </p:blipFill>
        <p:spPr>
          <a:xfrm>
            <a:off x="0" y="47"/>
            <a:ext cx="5067300" cy="6857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636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2826-9925-5970-3DFC-9C8C8F06B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anchor="t">
            <a:normAutofit/>
          </a:bodyPr>
          <a:lstStyle/>
          <a:p>
            <a:r>
              <a:rPr lang="en-US" sz="2500"/>
              <a:t>Workflow</a:t>
            </a:r>
            <a:endParaRPr lang="en-IN" sz="25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4EE3EA4-48B5-4780-AA4C-7C748AF0F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C1A3B-394A-49B2-B17D-31251995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1131510"/>
            <a:ext cx="8115300" cy="46054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31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5F7-5751-0B28-1BA0-35EEADFE0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anchor="t">
            <a:normAutofit/>
          </a:bodyPr>
          <a:lstStyle/>
          <a:p>
            <a:br>
              <a:rPr lang="en-US"/>
            </a:br>
            <a:br>
              <a:rPr lang="en-US"/>
            </a:br>
            <a:r>
              <a:rPr lang="en-US"/>
              <a:t>   </a:t>
            </a:r>
            <a:br>
              <a:rPr lang="en-US"/>
            </a:br>
            <a:br>
              <a:rPr lang="en-US"/>
            </a:br>
            <a:endParaRPr lang="en-IN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750727F-9C34-B4DE-E705-4ECB2C26A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734" y="2519825"/>
            <a:ext cx="2926080" cy="1490472"/>
          </a:xfrm>
        </p:spPr>
        <p:txBody>
          <a:bodyPr>
            <a:normAutofit/>
          </a:bodyPr>
          <a:lstStyle/>
          <a:p>
            <a:r>
              <a:rPr lang="en-IN" sz="2400" b="1" dirty="0"/>
              <a:t>FEATURES</a:t>
            </a:r>
            <a:endParaRPr lang="en-US" sz="2400" b="1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B84DF-4688-E284-097D-811A4C7C7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522862"/>
            <a:ext cx="8115300" cy="58227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038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8D99-9E58-F3F9-8F30-92B0DE9D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496" y="1409917"/>
            <a:ext cx="3586190" cy="1443010"/>
          </a:xfrm>
        </p:spPr>
        <p:txBody>
          <a:bodyPr anchor="b">
            <a:normAutofit fontScale="90000"/>
          </a:bodyPr>
          <a:lstStyle/>
          <a:p>
            <a:br>
              <a:rPr lang="en-IN" sz="2200" dirty="0"/>
            </a:br>
            <a:br>
              <a:rPr lang="en-IN" sz="2200" dirty="0"/>
            </a:br>
            <a:r>
              <a:rPr lang="en-IN" sz="2400" dirty="0"/>
              <a:t>Conclusion</a:t>
            </a:r>
            <a:br>
              <a:rPr lang="en-IN" sz="2200" dirty="0"/>
            </a:br>
            <a:br>
              <a:rPr lang="en-IN" sz="2200" dirty="0"/>
            </a:br>
            <a:br>
              <a:rPr lang="en-IN" sz="2200" dirty="0"/>
            </a:br>
            <a:endParaRPr lang="en-IN" sz="2200" dirty="0"/>
          </a:p>
        </p:txBody>
      </p:sp>
      <p:pic>
        <p:nvPicPr>
          <p:cNvPr id="4" name="Picture 3" descr="Cloud shaped hard drive with cables">
            <a:extLst>
              <a:ext uri="{FF2B5EF4-FFF2-40B4-BE49-F238E27FC236}">
                <a16:creationId xmlns:a16="http://schemas.microsoft.com/office/drawing/2014/main" id="{4B46ABC2-2B9B-4C84-2D7E-95EF2F9E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37" r="1955"/>
          <a:stretch>
            <a:fillRect/>
          </a:stretch>
        </p:blipFill>
        <p:spPr>
          <a:xfrm>
            <a:off x="20" y="-1"/>
            <a:ext cx="7783979" cy="6411311"/>
          </a:xfrm>
          <a:prstGeom prst="rect">
            <a:avLst/>
          </a:prstGeom>
          <a:noFill/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0CF83E4F-437D-BD64-CDF5-53554BC0A0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7"/>
            <a:ext cx="3509990" cy="1932867"/>
          </a:xfrm>
        </p:spPr>
        <p:txBody>
          <a:bodyPr>
            <a:normAutofit fontScale="5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900" dirty="0"/>
              <a:t>Provides efficient digital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900" dirty="0"/>
              <a:t>Reduces manual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900" dirty="0"/>
              <a:t>Improves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900" dirty="0"/>
              <a:t>Improves accessibility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3434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133</Words>
  <Application>Microsoft Office PowerPoint</Application>
  <PresentationFormat>Widescreen</PresentationFormat>
  <Paragraphs>34</Paragraphs>
  <Slides>7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GradientRise</vt:lpstr>
      <vt:lpstr>Digital Lost &amp; Found System   </vt:lpstr>
      <vt:lpstr>INTRODUCTION &amp; PROBLEM </vt:lpstr>
      <vt:lpstr>Project Objectives</vt:lpstr>
      <vt:lpstr>Frontend: HTML, CSS, JavaScript  Backend: Firebase Authentication Firebase Firestore Database  Deployment: GitHub Pages </vt:lpstr>
      <vt:lpstr>Workflow</vt:lpstr>
      <vt:lpstr>       </vt:lpstr>
      <vt:lpstr>  Conclusion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Lost &amp; Found System   </dc:title>
  <dc:creator>Aditya S.</dc:creator>
  <cp:lastModifiedBy>Akash Sivanandan</cp:lastModifiedBy>
  <cp:revision>3</cp:revision>
  <dcterms:created xsi:type="dcterms:W3CDTF">2026-02-02T13:59:45Z</dcterms:created>
  <dcterms:modified xsi:type="dcterms:W3CDTF">2026-02-03T07:42:42Z</dcterms:modified>
</cp:coreProperties>
</file>